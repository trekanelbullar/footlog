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時間が足りなければ質疑を短くする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第1回の定例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デモは5分で行うことに決めた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残った論点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3657600" cy="914400"/>
            <a:chOff x="914400" y="1828800"/>
            <a:chExt cx="36576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グループの中の文字：資料はA4一枚</a:t>
              </a: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657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論点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文面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未定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